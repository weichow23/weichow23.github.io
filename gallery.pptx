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6416DF-F8B5-0118-7128-D264B232C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241B16-4ECA-033B-FF81-1A26734C4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11C87D-0B77-7178-6BAA-1D5E8E312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AF46-021B-43CC-8735-FF00335EABBD}" type="datetimeFigureOut">
              <a:rPr lang="zh-CN" altLang="en-US" smtClean="0"/>
              <a:t>2024/10/4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5E656F-DD7E-219C-DEFB-D187F491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BF748C-FB51-5D95-EDEE-3AB79095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599-CEC8-43A7-94EE-11C18FF33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344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A0609-0257-B301-976B-69571231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656AFA-F4C7-F8C2-BF10-D72EE588C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5D5BD4-5908-B96A-38D7-0D6A49AFA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AF46-021B-43CC-8735-FF00335EABBD}" type="datetimeFigureOut">
              <a:rPr lang="zh-CN" altLang="en-US" smtClean="0"/>
              <a:t>2024/10/4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1A0B3C-E230-4D73-E8E9-024262C3F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8A7C1A-D9AB-A3DC-F60F-D0C2A58D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599-CEC8-43A7-94EE-11C18FF33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521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A42CA-6342-D45E-DF0A-A207C813F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34C762-1168-92E7-E7CE-86C491364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4450F7-3F67-2F43-5AFD-25B0AB29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AF46-021B-43CC-8735-FF00335EABBD}" type="datetimeFigureOut">
              <a:rPr lang="zh-CN" altLang="en-US" smtClean="0"/>
              <a:t>2024/10/4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9B3431-ECD7-B12A-CB0E-4AFE44A3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5C9EE-D938-7D57-B98F-E373D282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599-CEC8-43A7-94EE-11C18FF33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56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9F45C-900F-3C6F-6148-A549146C0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3D1067-1AAB-9C78-4FF0-2D43E2DC04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295397-FCA2-88CB-CC6C-C9DECC3BB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B30BD9-3331-C3AC-44B1-21C4D1F77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AF46-021B-43CC-8735-FF00335EABBD}" type="datetimeFigureOut">
              <a:rPr lang="zh-CN" altLang="en-US" smtClean="0"/>
              <a:t>2024/10/4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521816-D515-6525-D34E-7263C290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269AC5-8D75-498A-2DB8-1EAD33594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599-CEC8-43A7-94EE-11C18FF33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15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9C453-6B62-5886-1519-735883EE7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7FD337-53B9-6C3C-BA11-F7C5DBA05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7C2306-2212-EC4A-350C-C46660382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85E921-649D-4673-F8F9-827488441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ACE9E7-EA85-3F2B-64B1-048432AC6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7F70B57-5565-0B47-E0DC-FBB46FAAB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AF46-021B-43CC-8735-FF00335EABBD}" type="datetimeFigureOut">
              <a:rPr lang="zh-CN" altLang="en-US" smtClean="0"/>
              <a:t>2024/10/4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148931-FEED-5093-403D-EA2D29550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9B224B-B71D-B51D-72B8-5E1A0B1C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599-CEC8-43A7-94EE-11C18FF33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609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027BF-0DB5-59B6-9253-4BABA08C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F61441-4766-2923-0518-3BABE68CD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AF46-021B-43CC-8735-FF00335EABBD}" type="datetimeFigureOut">
              <a:rPr lang="zh-CN" altLang="en-US" smtClean="0"/>
              <a:t>2024/10/4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7424EA-CAE7-2328-88DC-1D3EB67D9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115DEF-2315-F3D8-A92A-C0A9ED81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599-CEC8-43A7-94EE-11C18FF33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759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4D19E5-4423-7CE9-2BE5-5654B22A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AF46-021B-43CC-8735-FF00335EABBD}" type="datetimeFigureOut">
              <a:rPr lang="zh-CN" altLang="en-US" smtClean="0"/>
              <a:t>2024/10/4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BCB7DB-C6C3-D332-A6AA-C08F31A38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FD5C1D-ED56-BA6B-B6E7-31E81A94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599-CEC8-43A7-94EE-11C18FF33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843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6321D-EEA4-B07D-5529-7E714FFB8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8C3924-B5C0-504A-947A-840362B16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407CBC-E009-C950-43CB-B165D5891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3340FD-4B16-5838-8106-691F0985F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AF46-021B-43CC-8735-FF00335EABBD}" type="datetimeFigureOut">
              <a:rPr lang="zh-CN" altLang="en-US" smtClean="0"/>
              <a:t>2024/10/4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220B20-3090-A1ED-3DF4-568D7973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57EB65-F616-CD63-8AB0-04D9A79E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599-CEC8-43A7-94EE-11C18FF33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08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162F4-9FA1-AA7A-55DC-1968FA29C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90A4A0-2D36-0049-82BD-A91CBCF6E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E8FE2D-A291-1FDB-D95A-212AA780D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0A73A9-07EA-8764-CDEA-9341829FA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AF46-021B-43CC-8735-FF00335EABBD}" type="datetimeFigureOut">
              <a:rPr lang="zh-CN" altLang="en-US" smtClean="0"/>
              <a:t>2024/10/4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4659AA-76CE-51CA-CFD5-9852B3D66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3D9C6C-C455-2D84-33D8-50C259FA0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599-CEC8-43A7-94EE-11C18FF33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891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60BE0-C97A-17D3-39E5-4878698E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331736-0B79-8310-E2F3-16B0DA710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93760A-E372-69ED-066B-D958CE88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AF46-021B-43CC-8735-FF00335EABBD}" type="datetimeFigureOut">
              <a:rPr lang="zh-CN" altLang="en-US" smtClean="0"/>
              <a:t>2024/10/4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CA373-9613-B8A6-4F07-5D5446DE6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A2113F-83E6-313F-280A-CAF66C9EE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599-CEC8-43A7-94EE-11C18FF33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015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FFDBC7-7228-A231-C636-F37F2BAF21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B0BD53-A8DE-57DB-1BF5-5EB0DC70B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BB36DD-4C91-AA23-544F-2C42DECA1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1AF46-021B-43CC-8735-FF00335EABBD}" type="datetimeFigureOut">
              <a:rPr lang="zh-CN" altLang="en-US" smtClean="0"/>
              <a:t>2024/10/4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B7E7C0-3EA0-F827-4C7E-757E97994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41DA54-107E-A7FC-286A-F31EE54A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F4599-CEC8-43A7-94EE-11C18FF33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112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56099B-69E1-1A7E-7856-FBF9B9306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EA97A1-6551-C3B7-23FC-43B2A3BC8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642328-FCC7-79F6-DD9E-B385A2A26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1AF46-021B-43CC-8735-FF00335EABBD}" type="datetimeFigureOut">
              <a:rPr lang="zh-CN" altLang="en-US" smtClean="0"/>
              <a:t>2024/10/4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757B4A-A03D-86C3-BD63-1305A8BDD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D332AE-B8EF-EF44-63AC-7C30F2280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F4599-CEC8-43A7-94EE-11C18FF331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794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1903975-4BB1-842A-5C6A-4FDDDC549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016" y="312821"/>
            <a:ext cx="2326802" cy="62323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DEB268-D558-AD9A-CF22-4AE237E2E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819" y="312821"/>
            <a:ext cx="2780040" cy="623235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8768AB0-312A-5EAC-A4C7-F1AF3B292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21" y="312820"/>
            <a:ext cx="4674268" cy="623235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6DB7E2-FC3D-D77F-0AFB-760BDA0FB3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2859" y="312820"/>
            <a:ext cx="1759844" cy="621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030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 Chow</dc:creator>
  <cp:lastModifiedBy>Wei Chow</cp:lastModifiedBy>
  <cp:revision>4</cp:revision>
  <dcterms:created xsi:type="dcterms:W3CDTF">2024-10-03T16:14:23Z</dcterms:created>
  <dcterms:modified xsi:type="dcterms:W3CDTF">2024-10-03T16:15:34Z</dcterms:modified>
</cp:coreProperties>
</file>